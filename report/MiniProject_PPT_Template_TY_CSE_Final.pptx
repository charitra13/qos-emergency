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Replace all bracketed placeholders and prompts with your own project details. Keep explanations brief. Total time across slides 1–7 is 5 minutes, including the demonstration. Slide 8 is for reference during questions. Logo source: https://mitwpu.edu.in/uploads/images/MIT-WPU-logo-1.webp. Introduce only the title and team;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65 seconds. Replace all bracketed placeholders and prompts with your own project details. Keep explanations brief. Total time across slides 1–7 is 5 minutes, including the demonstration. Slide 8 is for reference during questions. Prepare the project before the timer starts. Keep the demo to about one minute. Keep a screenshot or short recording ready as a backup, and identify it as recorded evidence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Backup slide.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[PROJECT TITLE]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 seconds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[Student 1 name – PRN]     [Student 2 name – PRN]</a:t>
            </a:r>
          </a:p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[Student 3 name – PRN]     [Student 4 name – PRN]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Group [No.]   Panel [</a:t>
            </a:r>
            <a:r>
              <a:rPr lang="en-IN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PANEL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]   Batch [Batch]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Faculty: </a:t>
            </a: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[NAME]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Academic Year: 2026–2027   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Presentation date: [Date]</a:t>
            </a: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[What networking problem does the project solve?]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[Who needs the solution, and what is the scope?]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523875" y="3190875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6E9D2-D950-4002-905E-A6DD5AE7B3CB}"/>
              </a:ext>
            </a:extLst>
          </p:cNvPr>
          <p:cNvSpPr>
            <a:spLocks noGrp="1"/>
          </p:cNvSpPr>
          <p:nvPr/>
        </p:nvSpPr>
        <p:spPr>
          <a:xfrm>
            <a:off x="523875" y="371475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1. [Measurable objective]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2. [Measurable objective]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3. [Measurable objective, if needed]</a:t>
            </a: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65B4C-1ED1-4575-9868-72A5C8661C44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[Insert a labelled topology or client–server architecture diagram]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Tools: [Software / version / hardware]</a:t>
            </a:r>
          </a:p>
          <a:p>
            <a:pPr algn="ctr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Protocols: [Protocol choices and purpose]</a:t>
            </a:r>
          </a:p>
          <a:p>
            <a:pPr algn="ctr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Addressing: [Key subnet, host or port details]</a:t>
            </a:r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F08BF-264A-493B-909A-AB134824902B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[Insert one key configuration, code excerpt or workflow diagram]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6265A-7667-4F74-BB20-92A5B1B71102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Implementation: [Main modules or configuration steps]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Working: [How data moves through the system]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Troubleshooting: [One issue and its verified solution]</a:t>
            </a:r>
          </a:p>
        </p:txBody>
      </p:sp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3A60ED-C899-4618-BFEF-A834CA5E35ED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[Insert a readable screenshot, output or packet capture]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10CA8-AA41-4067-AE19-358C75D267F6}"/>
              </a:ext>
            </a:extLst>
          </p:cNvPr>
          <p:cNvSpPr>
            <a:spLocks noGrp="1"/>
          </p:cNvSpPr>
          <p:nvPr/>
        </p:nvSpPr>
        <p:spPr>
          <a:xfrm>
            <a:off x="523875" y="3905250"/>
            <a:ext cx="8096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Test: [Input and test condition]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Expected: [Expected behaviour]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Observed: [Actual result and interpretation]</a:t>
            </a: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Objectives achieved: [Evidence linked to objectives]</a:t>
            </a:r>
          </a:p>
        </p:txBody>
      </p:sp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DD762-53EC-4E66-840B-4BC66B5F54C7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Function to demonstrate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0DFDA-9D38-4110-9E96-AA8B9885772D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[State the core feature you will demonstrate]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1F47A-2B1A-4750-8E3C-EC82A2551A9A}"/>
              </a:ext>
            </a:extLst>
          </p:cNvPr>
          <p:cNvSpPr>
            <a:spLocks noGrp="1"/>
          </p:cNvSpPr>
          <p:nvPr/>
        </p:nvSpPr>
        <p:spPr>
          <a:xfrm>
            <a:off x="523875" y="3190875"/>
            <a:ext cx="8096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1. [Launch or setup step]</a:t>
            </a:r>
          </a:p>
          <a:p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2. [Run the test / send the input]</a:t>
            </a:r>
          </a:p>
          <a:p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3. [Show and explain the output]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31393-1A58-4193-B896-64977C05E623}"/>
              </a:ext>
            </a:extLst>
          </p:cNvPr>
          <p:cNvSpPr>
            <a:spLocks noGrp="1"/>
          </p:cNvSpPr>
          <p:nvPr/>
        </p:nvSpPr>
        <p:spPr>
          <a:xfrm>
            <a:off x="523875" y="5286375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Success criterion: [Observable expected result]</a:t>
            </a:r>
          </a:p>
        </p:txBody>
      </p:sp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3241-AA33-4209-9B79-B06A3DA63F8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Outcome: [What the project achieved]</a:t>
            </a:r>
          </a:p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Application: [One relevant use]</a:t>
            </a:r>
          </a:p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Limitation: [One important constraint]</a:t>
            </a:r>
          </a:p>
          <a:p>
            <a: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Future scope: [One specific improvement]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99F11-8A11-408E-A37B-1864BB168263}"/>
              </a:ext>
            </a:extLst>
          </p:cNvPr>
          <p:cNvSpPr>
            <a:spLocks noGrp="1"/>
          </p:cNvSpPr>
          <p:nvPr/>
        </p:nvSpPr>
        <p:spPr>
          <a:xfrm>
            <a:off x="523875" y="3810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Team contributions: [Name – actual responsibility]</a:t>
            </a:r>
          </a:p>
          <a:p>
            <a: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[Continue briefly for remaining members]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0ECB7-8E0C-4D51-855A-3F114DB4BE40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809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AI use: [None / tool, purpose and verification]</a:t>
            </a: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[1] [Relevant paper, standard or official documentation]</a:t>
            </a:r>
          </a:p>
          <a:p>
            <a:endParaRPr sz="1800" b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[2] [Relevant source with complete details or URL]</a:t>
            </a:r>
          </a:p>
          <a:p>
            <a:endParaRPr sz="1800" b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[3] [Additional source, if used]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570D7-9BBD-423B-A711-D477799851EE}"/>
              </a:ext>
            </a:extLst>
          </p:cNvPr>
          <p:cNvSpPr>
            <a:spLocks noGrp="1"/>
          </p:cNvSpPr>
          <p:nvPr/>
        </p:nvSpPr>
        <p:spPr>
          <a:xfrm>
            <a:off x="523875" y="5143500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IEEE-style numbered references and cite sources on relevant slides.</a:t>
            </a: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911</Words>
  <Application>Microsoft Office PowerPoint</Application>
  <DocSecurity>0</DocSecurity>
  <PresentationFormat>On-screen Show (4:3)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Swati</cp:lastModifiedBy>
  <cp:revision>1</cp:revision>
  <dcterms:created xsi:type="dcterms:W3CDTF">2026-10-14T10:56:48Z</dcterms:created>
  <dcterms:modified xsi:type="dcterms:W3CDTF">2026-10-15T04:36:00Z</dcterms:modified>
</cp:coreProperties>
</file>